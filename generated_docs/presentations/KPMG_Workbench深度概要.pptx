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45920"/>
            <a:ext cx="950976" cy="36576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8D"/>
                </a:solidFill>
                <a:latin typeface="微软雅黑"/>
              </a:rPr>
              <a:t>KPMG Workbench 深度概要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55555"/>
                </a:solidFill>
                <a:latin typeface="微软雅黑"/>
              </a:rPr>
              <a:t>解构 KPMG 的 "AI 骨干系统" (AI Backbone)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软雅黑"/>
              </a:rPr>
              <a:t>我们将从三个核心维度（战略、技术、生态）深入剖析 KPMG Workbench，揭示这一平台如何重塑 KPMG 的 AI 创新能力。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调研日期: 2025-11-17 | 调研人员: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217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信息来源: KPMG Workbench 官方 SharePoint 站点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338D"/>
                </a:solidFill>
                <a:latin typeface="微软雅黑"/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55555"/>
                </a:solidFill>
                <a:latin typeface="微软雅黑"/>
              </a:rPr>
              <a:t>Workbench 是 KPMG 的核心 AI 战略资产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8D"/>
                </a:solidFill>
                <a:latin typeface="微软雅黑"/>
              </a:rPr>
              <a:t>核心洞察：从"碎片化"到"一体化"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A1A1A"/>
                </a:solidFill>
                <a:latin typeface="微软雅黑"/>
              </a:rPr>
              <a:t>Workbench </a:t>
            </a:r>
            <a:r>
              <a:rPr sz="1400" b="0" dirty="0" err="1">
                <a:solidFill>
                  <a:srgbClr val="1A1A1A"/>
                </a:solidFill>
                <a:latin typeface="微软雅黑"/>
              </a:rPr>
              <a:t>作为</a:t>
            </a:r>
            <a:r>
              <a:rPr sz="1400" b="0" dirty="0">
                <a:solidFill>
                  <a:srgbClr val="1A1A1A"/>
                </a:solidFill>
                <a:latin typeface="微软雅黑"/>
              </a:rPr>
              <a:t> "AI </a:t>
            </a:r>
            <a:r>
              <a:rPr sz="1400" b="0" dirty="0" err="1">
                <a:solidFill>
                  <a:srgbClr val="1A1A1A"/>
                </a:solidFill>
                <a:latin typeface="微软雅黑"/>
              </a:rPr>
              <a:t>骨干系统</a:t>
            </a:r>
            <a:r>
              <a:rPr sz="1400" b="0" dirty="0">
                <a:solidFill>
                  <a:srgbClr val="1A1A1A"/>
                </a:solidFill>
                <a:latin typeface="微软雅黑"/>
              </a:rPr>
              <a:t>"，</a:t>
            </a:r>
            <a:r>
              <a:rPr sz="1400" b="0" dirty="0" err="1">
                <a:solidFill>
                  <a:srgbClr val="1A1A1A"/>
                </a:solidFill>
                <a:latin typeface="微软雅黑"/>
              </a:rPr>
              <a:t>其核心价值在于解决全球</a:t>
            </a:r>
            <a:r>
              <a:rPr sz="1400" b="0" dirty="0">
                <a:solidFill>
                  <a:srgbClr val="1A1A1A"/>
                </a:solidFill>
                <a:latin typeface="微软雅黑"/>
              </a:rPr>
              <a:t> AI </a:t>
            </a:r>
            <a:r>
              <a:rPr sz="1400" b="0" dirty="0" err="1">
                <a:solidFill>
                  <a:srgbClr val="1A1A1A"/>
                </a:solidFill>
                <a:latin typeface="微软雅黑"/>
              </a:rPr>
              <a:t>开发的"碎片化"问题，通过统一平台实现三大战略价值：协作、一致性与规模化</a:t>
            </a:r>
            <a:r>
              <a:rPr sz="1400" b="0" dirty="0">
                <a:solidFill>
                  <a:srgbClr val="1A1A1A"/>
                </a:solidFill>
                <a:latin typeface="微软雅黑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微软雅黑"/>
              </a:rPr>
              <a:t>核心问题：碎片化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解决全球网络中的重复劳动、成本激增和标准不一。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0175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微软雅黑"/>
              </a:rPr>
              <a:t>核心定位：AI 骨干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作为 "AI Backbone" 集中管理平台，赋能整个组织。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01752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微软雅黑"/>
              </a:rPr>
              <a:t>核心价值：规模化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推动全球协作、确保标准一致、实现规模化部署。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KPMG Workbench 深度概要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第 2 页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8D"/>
                </a:solidFill>
                <a:latin typeface="微软雅黑"/>
              </a:rPr>
              <a:t>战略定位：以 "AI Backbone" 解决碎片化问题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114800" cy="4389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91C1C"/>
                </a:solidFill>
                <a:latin typeface="微软雅黑"/>
              </a:rPr>
              <a:t>问题：碎片化的 AI 开发 (Fragmentation)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各自为政的开发模式导致资源浪费和标准不一。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重复劳动 (Duplicated Work)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不同成员公司重复发明相似的解决方案，缺乏共享。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成本激增 (Increased Cost)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无法形成规模效应，基础设施投资分散。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891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标准不一致 (Inconsistent Standards)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AI 应用质量参差不齐，缺乏统一的安全与合规标准。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4114800" cy="4389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803D"/>
                </a:solidFill>
                <a:latin typeface="微软雅黑"/>
              </a:rPr>
              <a:t>解决方案：统一的 AI 骨干 (AI Backbone)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通过统一平台，实现 "Build Once, Deploy Everywhere"。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3774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全球协作 (Collaboration)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全球资源驱动本地影响，任何创新成为全球共享资产。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3832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保证一致 (Consistency)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统一的开发和 Trusted AI 标准，确保全球质量一致。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3891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实现规模 (Scale)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快速复制成功方案，通过共享基础设施降低单位成本。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KPMG Workbench 深度概要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第 3 页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8D"/>
                </a:solidFill>
                <a:latin typeface="微软雅黑"/>
              </a:rPr>
              <a:t>技术架构：三大差异化支柱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微软雅黑"/>
              </a:rPr>
              <a:t>Workbench 通过三大技术支柱，建立区别于公有云 AI 的核心竞争优势。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微软雅黑"/>
              </a:rPr>
              <a:t>1. 全球数据主权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555555"/>
                </a:solidFill>
                <a:latin typeface="微软雅黑"/>
              </a:rPr>
              <a:t>承诺数据在指定地理区域内存储和处理，严格数据不出境</a:t>
            </a:r>
            <a:r>
              <a:rPr sz="1100" b="0" dirty="0">
                <a:solidFill>
                  <a:srgbClr val="555555"/>
                </a:solidFill>
                <a:latin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自动满足 GDPR 等各国法规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保障敏感客户数据安全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提供企业级数据主权承诺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微软雅黑"/>
              </a:rPr>
              <a:t>2. 可信 AI 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"Trusted AI Stamp" 认证，将风控与合规能力嵌入 AI 全生命周期。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管理 AI 特有风险（偏见、幻觉）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适应全球 AI 监管法规演进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建立客户信任的品牌标识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46304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微软雅黑"/>
              </a:rPr>
              <a:t>3. 独特计费与遥测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实现 API 级别的精准成本核算与使用量追踪。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实现 "按使用付费"，成本透明化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通过遥测数据进行使用模式分析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微软雅黑"/>
              </a:rPr>
              <a:t>• 建立内部市场机制，避免资源浪费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KPMG Workbench 深度概要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第 4 页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8D"/>
                </a:solidFill>
                <a:latin typeface="微软雅黑"/>
              </a:rPr>
              <a:t>产品生态：从平台能力到规模化应用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8D"/>
                </a:solidFill>
                <a:latin typeface="微软雅黑"/>
              </a:rPr>
              <a:t>旗舰产品：aIQ Chat (KPMG 的企业版 ChatGPT)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在 KPMG 安全云环境中运行，可安全处理客户数据，并针对专业服务场景定制。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</a:rPr>
              <a:t>核心功能：知识增强 (Knowledge Grounding)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用户可上传团队文档或链接 SharePoint，创建定制化 AI 助手 (Personas)，确保 AI 响应基于内部知识库。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20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</a:rPr>
              <a:t>业务价值：多场景应用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赋能快速研究、政策解读、内容总结、文档起草，全面提高效率。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27432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</a:rPr>
              <a:t>质量保证：Trusted AI 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不仅是开发者工具，更是客户信任标志。将 KPMG 的审计和风控能力延伸至 AI 领域。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383280"/>
            <a:ext cx="27432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</a:rPr>
              <a:t>平台化思维：赋能生态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86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微软雅黑"/>
              </a:rPr>
              <a:t>提供 AI 组件、能力 API 和统一设计系统，降低开发门槛，实现全球快速、标准化的应用部署。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KPMG Workbench 深度概要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第 5 页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8D"/>
                </a:solidFill>
                <a:latin typeface="微软雅黑"/>
              </a:rPr>
              <a:t>总结：Workbench 的核心战略价值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微软雅黑"/>
              </a:rPr>
              <a:t>Workbench 是 KPMG 将其全球网络优势与专业服务基因深度融合的战略工具，是其 AI 时代的核心护城河。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8D"/>
                </a:solidFill>
                <a:latin typeface="微软雅黑"/>
              </a:rPr>
              <a:t>三大战略意义 (Strategic Implications)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战略层面: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从 "碎片化" 走向 "AI 骨干"，实现规模化创新。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技术层面: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建立 "数据主权" 和 "可信 AI" 的差异化护城河。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应用层面: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通过 aIQ Chat 等产品，将 AI 能力转化为实际业务价值。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459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8D"/>
                </a:solidFill>
                <a:latin typeface="微软雅黑"/>
              </a:rPr>
              <a:t>关键成功要素 (Key Success Factors)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37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• 全球网络优势 (实现网络效应)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• 专业服务基因 (内嵌审计、风控能力)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• 平衡创新与控制 (平台赋能 vs Trusted 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/>
              </a:rPr>
              <a:t>• 技术与业务融合 (计费遥测系统支持运营)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KPMG Workbench 深度概要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第 6 页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491</Words>
  <Application>Microsoft Office PowerPoint</Application>
  <PresentationFormat>画面に合わせる (4:3)</PresentationFormat>
  <Paragraphs>84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Ma, Junchen (KC)</cp:lastModifiedBy>
  <cp:revision>2</cp:revision>
  <dcterms:created xsi:type="dcterms:W3CDTF">2013-01-27T09:14:16Z</dcterms:created>
  <dcterms:modified xsi:type="dcterms:W3CDTF">2025-11-17T09:23:14Z</dcterms:modified>
  <cp:category/>
</cp:coreProperties>
</file>